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3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D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8F429-0413-E6CD-571B-528657187ED8}" v="1139" dt="2026-03-01T12:27:43.358"/>
    <p1510:client id="{793E5D04-C6BA-7052-D3F0-B7CFA08C80F6}" v="532" dt="2026-03-01T12:13:46.471"/>
    <p1510:client id="{9FB9C8FD-63C3-573C-A6CD-CDA8BBA836F5}" v="312" dt="2026-03-01T11:07:15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F6D6F4-E0D9-42C4-8F69-BEE5C26AEF5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C62D0E-D9D6-4228-85CB-E2AC19BEAFF2}">
      <dgm:prSet/>
      <dgm:spPr/>
      <dgm:t>
        <a:bodyPr/>
        <a:lstStyle/>
        <a:p>
          <a:r>
            <a:rPr lang="en-GB"/>
            <a:t>Route planning showing all available transport methods</a:t>
          </a:r>
          <a:endParaRPr lang="en-US"/>
        </a:p>
      </dgm:t>
    </dgm:pt>
    <dgm:pt modelId="{D8892FF8-B384-45F3-8E2D-140D1CBCD9C8}" type="parTrans" cxnId="{1371030B-31BF-4AEE-9C87-104DE0E4B460}">
      <dgm:prSet/>
      <dgm:spPr/>
      <dgm:t>
        <a:bodyPr/>
        <a:lstStyle/>
        <a:p>
          <a:endParaRPr lang="en-US"/>
        </a:p>
      </dgm:t>
    </dgm:pt>
    <dgm:pt modelId="{0EBFCE7D-D1DD-4DDB-82B2-08E09BA2AF32}" type="sibTrans" cxnId="{1371030B-31BF-4AEE-9C87-104DE0E4B460}">
      <dgm:prSet/>
      <dgm:spPr/>
      <dgm:t>
        <a:bodyPr/>
        <a:lstStyle/>
        <a:p>
          <a:endParaRPr lang="en-US"/>
        </a:p>
      </dgm:t>
    </dgm:pt>
    <dgm:pt modelId="{7124539E-238C-4728-9C20-C3550198DF24}">
      <dgm:prSet/>
      <dgm:spPr/>
      <dgm:t>
        <a:bodyPr/>
        <a:lstStyle/>
        <a:p>
          <a:r>
            <a:rPr lang="en-GB"/>
            <a:t>Smart recommendations based on weather conditions</a:t>
          </a:r>
          <a:endParaRPr lang="en-US"/>
        </a:p>
      </dgm:t>
    </dgm:pt>
    <dgm:pt modelId="{CA29D512-A9B5-4205-AED9-3AC72EA2B786}" type="parTrans" cxnId="{EABFBA98-487F-4A54-9455-7BBE7C6A9DCD}">
      <dgm:prSet/>
      <dgm:spPr/>
      <dgm:t>
        <a:bodyPr/>
        <a:lstStyle/>
        <a:p>
          <a:endParaRPr lang="en-US"/>
        </a:p>
      </dgm:t>
    </dgm:pt>
    <dgm:pt modelId="{004E7916-CFD7-448B-BE8C-1F88EDD20DC3}" type="sibTrans" cxnId="{EABFBA98-487F-4A54-9455-7BBE7C6A9DCD}">
      <dgm:prSet/>
      <dgm:spPr/>
      <dgm:t>
        <a:bodyPr/>
        <a:lstStyle/>
        <a:p>
          <a:endParaRPr lang="en-US"/>
        </a:p>
      </dgm:t>
    </dgm:pt>
    <dgm:pt modelId="{1AB37AAB-0C52-4D49-A92C-A87273502B4D}">
      <dgm:prSet/>
      <dgm:spPr/>
      <dgm:t>
        <a:bodyPr/>
        <a:lstStyle/>
        <a:p>
          <a:r>
            <a:rPr lang="en-GB"/>
            <a:t>Gamification of sustainable transport choices</a:t>
          </a:r>
          <a:endParaRPr lang="en-US"/>
        </a:p>
      </dgm:t>
    </dgm:pt>
    <dgm:pt modelId="{CFA6F8B9-33F5-4A41-BA9D-E0A02A6D8AA8}" type="parTrans" cxnId="{7C635D75-02D9-4B84-81F4-1AE516D21D3E}">
      <dgm:prSet/>
      <dgm:spPr/>
      <dgm:t>
        <a:bodyPr/>
        <a:lstStyle/>
        <a:p>
          <a:endParaRPr lang="en-US"/>
        </a:p>
      </dgm:t>
    </dgm:pt>
    <dgm:pt modelId="{2212876B-7A0B-4648-852D-5581FFCCCED4}" type="sibTrans" cxnId="{7C635D75-02D9-4B84-81F4-1AE516D21D3E}">
      <dgm:prSet/>
      <dgm:spPr/>
      <dgm:t>
        <a:bodyPr/>
        <a:lstStyle/>
        <a:p>
          <a:endParaRPr lang="en-US"/>
        </a:p>
      </dgm:t>
    </dgm:pt>
    <dgm:pt modelId="{24435E23-EFB5-4215-830B-54037B67D517}">
      <dgm:prSet/>
      <dgm:spPr/>
      <dgm:t>
        <a:bodyPr/>
        <a:lstStyle/>
        <a:p>
          <a:r>
            <a:rPr lang="en-GB"/>
            <a:t>Achievements and personal stats</a:t>
          </a:r>
          <a:endParaRPr lang="en-US"/>
        </a:p>
      </dgm:t>
    </dgm:pt>
    <dgm:pt modelId="{F54E15E6-4346-4116-A0D3-C5E75E1F8D82}" type="parTrans" cxnId="{DE71AE3C-38EE-4FF8-A2F2-14769723BC9E}">
      <dgm:prSet/>
      <dgm:spPr/>
      <dgm:t>
        <a:bodyPr/>
        <a:lstStyle/>
        <a:p>
          <a:endParaRPr lang="en-US"/>
        </a:p>
      </dgm:t>
    </dgm:pt>
    <dgm:pt modelId="{406B7C01-E49A-49D7-B135-E9D911BC2654}" type="sibTrans" cxnId="{DE71AE3C-38EE-4FF8-A2F2-14769723BC9E}">
      <dgm:prSet/>
      <dgm:spPr/>
      <dgm:t>
        <a:bodyPr/>
        <a:lstStyle/>
        <a:p>
          <a:endParaRPr lang="en-US"/>
        </a:p>
      </dgm:t>
    </dgm:pt>
    <dgm:pt modelId="{D51E513F-BBD6-4897-B592-7DE07639221C}" type="pres">
      <dgm:prSet presAssocID="{77F6D6F4-E0D9-42C4-8F69-BEE5C26AEF56}" presName="root" presStyleCnt="0">
        <dgm:presLayoutVars>
          <dgm:dir/>
          <dgm:resizeHandles val="exact"/>
        </dgm:presLayoutVars>
      </dgm:prSet>
      <dgm:spPr/>
    </dgm:pt>
    <dgm:pt modelId="{12D4A5C5-7326-4FAE-9F5A-3E336E270467}" type="pres">
      <dgm:prSet presAssocID="{4EC62D0E-D9D6-4228-85CB-E2AC19BEAFF2}" presName="compNode" presStyleCnt="0"/>
      <dgm:spPr/>
    </dgm:pt>
    <dgm:pt modelId="{A6D554DD-919C-4715-8698-A58282AC5F85}" type="pres">
      <dgm:prSet presAssocID="{4EC62D0E-D9D6-4228-85CB-E2AC19BEAFF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EBDAABCD-31AD-405F-82F0-3F1705F1E7AB}" type="pres">
      <dgm:prSet presAssocID="{4EC62D0E-D9D6-4228-85CB-E2AC19BEAFF2}" presName="spaceRect" presStyleCnt="0"/>
      <dgm:spPr/>
    </dgm:pt>
    <dgm:pt modelId="{CBC89D84-2137-4464-B9C0-C59E4E7A7969}" type="pres">
      <dgm:prSet presAssocID="{4EC62D0E-D9D6-4228-85CB-E2AC19BEAFF2}" presName="textRect" presStyleLbl="revTx" presStyleIdx="0" presStyleCnt="4">
        <dgm:presLayoutVars>
          <dgm:chMax val="1"/>
          <dgm:chPref val="1"/>
        </dgm:presLayoutVars>
      </dgm:prSet>
      <dgm:spPr/>
    </dgm:pt>
    <dgm:pt modelId="{3A97B5D7-26E8-4557-887A-A4EA1FB5FCA4}" type="pres">
      <dgm:prSet presAssocID="{0EBFCE7D-D1DD-4DDB-82B2-08E09BA2AF32}" presName="sibTrans" presStyleCnt="0"/>
      <dgm:spPr/>
    </dgm:pt>
    <dgm:pt modelId="{856C57C0-8D3C-4923-932A-E3B531C89115}" type="pres">
      <dgm:prSet presAssocID="{7124539E-238C-4728-9C20-C3550198DF24}" presName="compNode" presStyleCnt="0"/>
      <dgm:spPr/>
    </dgm:pt>
    <dgm:pt modelId="{DABE306A-FFF7-4901-96C9-98450F59635C}" type="pres">
      <dgm:prSet presAssocID="{7124539E-238C-4728-9C20-C3550198DF2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E386C140-35CF-4683-8CC4-184889537C9D}" type="pres">
      <dgm:prSet presAssocID="{7124539E-238C-4728-9C20-C3550198DF24}" presName="spaceRect" presStyleCnt="0"/>
      <dgm:spPr/>
    </dgm:pt>
    <dgm:pt modelId="{5F7ED617-F45A-4CD3-98CE-FA97E04CB0E9}" type="pres">
      <dgm:prSet presAssocID="{7124539E-238C-4728-9C20-C3550198DF24}" presName="textRect" presStyleLbl="revTx" presStyleIdx="1" presStyleCnt="4">
        <dgm:presLayoutVars>
          <dgm:chMax val="1"/>
          <dgm:chPref val="1"/>
        </dgm:presLayoutVars>
      </dgm:prSet>
      <dgm:spPr/>
    </dgm:pt>
    <dgm:pt modelId="{4AB7754B-41F6-420C-9B0A-889F308FA10A}" type="pres">
      <dgm:prSet presAssocID="{004E7916-CFD7-448B-BE8C-1F88EDD20DC3}" presName="sibTrans" presStyleCnt="0"/>
      <dgm:spPr/>
    </dgm:pt>
    <dgm:pt modelId="{330D4837-C7B8-4B3F-8F63-2A6E000B8E07}" type="pres">
      <dgm:prSet presAssocID="{1AB37AAB-0C52-4D49-A92C-A87273502B4D}" presName="compNode" presStyleCnt="0"/>
      <dgm:spPr/>
    </dgm:pt>
    <dgm:pt modelId="{5AA873DF-3E52-4922-8069-3E46DA64D2CB}" type="pres">
      <dgm:prSet presAssocID="{1AB37AAB-0C52-4D49-A92C-A87273502B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86E2A015-E349-4AB8-B697-CE3213FCBB5D}" type="pres">
      <dgm:prSet presAssocID="{1AB37AAB-0C52-4D49-A92C-A87273502B4D}" presName="spaceRect" presStyleCnt="0"/>
      <dgm:spPr/>
    </dgm:pt>
    <dgm:pt modelId="{B3FF6AA9-0873-4806-8AEC-B7F2EBE52D8C}" type="pres">
      <dgm:prSet presAssocID="{1AB37AAB-0C52-4D49-A92C-A87273502B4D}" presName="textRect" presStyleLbl="revTx" presStyleIdx="2" presStyleCnt="4">
        <dgm:presLayoutVars>
          <dgm:chMax val="1"/>
          <dgm:chPref val="1"/>
        </dgm:presLayoutVars>
      </dgm:prSet>
      <dgm:spPr/>
    </dgm:pt>
    <dgm:pt modelId="{0DF7680E-147A-41AE-AA59-C447C37DB2BE}" type="pres">
      <dgm:prSet presAssocID="{2212876B-7A0B-4648-852D-5581FFCCCED4}" presName="sibTrans" presStyleCnt="0"/>
      <dgm:spPr/>
    </dgm:pt>
    <dgm:pt modelId="{A99E54E5-EDE0-4D5C-9C4E-F4D12E4F5C2E}" type="pres">
      <dgm:prSet presAssocID="{24435E23-EFB5-4215-830B-54037B67D517}" presName="compNode" presStyleCnt="0"/>
      <dgm:spPr/>
    </dgm:pt>
    <dgm:pt modelId="{D8DEEDFD-5FA7-4626-8330-78D3F1DE4173}" type="pres">
      <dgm:prSet presAssocID="{24435E23-EFB5-4215-830B-54037B67D5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F407B82D-B391-4AB2-A687-FA98E46A52CE}" type="pres">
      <dgm:prSet presAssocID="{24435E23-EFB5-4215-830B-54037B67D517}" presName="spaceRect" presStyleCnt="0"/>
      <dgm:spPr/>
    </dgm:pt>
    <dgm:pt modelId="{7893B067-59F1-4EFD-8920-0A65F123F189}" type="pres">
      <dgm:prSet presAssocID="{24435E23-EFB5-4215-830B-54037B67D5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71030B-31BF-4AEE-9C87-104DE0E4B460}" srcId="{77F6D6F4-E0D9-42C4-8F69-BEE5C26AEF56}" destId="{4EC62D0E-D9D6-4228-85CB-E2AC19BEAFF2}" srcOrd="0" destOrd="0" parTransId="{D8892FF8-B384-45F3-8E2D-140D1CBCD9C8}" sibTransId="{0EBFCE7D-D1DD-4DDB-82B2-08E09BA2AF32}"/>
    <dgm:cxn modelId="{F3650F20-FD89-4AD9-8D71-25DA82B52B63}" type="presOf" srcId="{77F6D6F4-E0D9-42C4-8F69-BEE5C26AEF56}" destId="{D51E513F-BBD6-4897-B592-7DE07639221C}" srcOrd="0" destOrd="0" presId="urn:microsoft.com/office/officeart/2018/2/layout/IconLabelList"/>
    <dgm:cxn modelId="{2A052E23-D7EF-4129-8533-886B1E3724E2}" type="presOf" srcId="{7124539E-238C-4728-9C20-C3550198DF24}" destId="{5F7ED617-F45A-4CD3-98CE-FA97E04CB0E9}" srcOrd="0" destOrd="0" presId="urn:microsoft.com/office/officeart/2018/2/layout/IconLabelList"/>
    <dgm:cxn modelId="{BD557F2C-FF00-404F-8485-5C71EFE5BC9C}" type="presOf" srcId="{4EC62D0E-D9D6-4228-85CB-E2AC19BEAFF2}" destId="{CBC89D84-2137-4464-B9C0-C59E4E7A7969}" srcOrd="0" destOrd="0" presId="urn:microsoft.com/office/officeart/2018/2/layout/IconLabelList"/>
    <dgm:cxn modelId="{DE71AE3C-38EE-4FF8-A2F2-14769723BC9E}" srcId="{77F6D6F4-E0D9-42C4-8F69-BEE5C26AEF56}" destId="{24435E23-EFB5-4215-830B-54037B67D517}" srcOrd="3" destOrd="0" parTransId="{F54E15E6-4346-4116-A0D3-C5E75E1F8D82}" sibTransId="{406B7C01-E49A-49D7-B135-E9D911BC2654}"/>
    <dgm:cxn modelId="{C96C6D67-63D8-4EB4-A889-168E294342CE}" type="presOf" srcId="{24435E23-EFB5-4215-830B-54037B67D517}" destId="{7893B067-59F1-4EFD-8920-0A65F123F189}" srcOrd="0" destOrd="0" presId="urn:microsoft.com/office/officeart/2018/2/layout/IconLabelList"/>
    <dgm:cxn modelId="{7C635D75-02D9-4B84-81F4-1AE516D21D3E}" srcId="{77F6D6F4-E0D9-42C4-8F69-BEE5C26AEF56}" destId="{1AB37AAB-0C52-4D49-A92C-A87273502B4D}" srcOrd="2" destOrd="0" parTransId="{CFA6F8B9-33F5-4A41-BA9D-E0A02A6D8AA8}" sibTransId="{2212876B-7A0B-4648-852D-5581FFCCCED4}"/>
    <dgm:cxn modelId="{EABFBA98-487F-4A54-9455-7BBE7C6A9DCD}" srcId="{77F6D6F4-E0D9-42C4-8F69-BEE5C26AEF56}" destId="{7124539E-238C-4728-9C20-C3550198DF24}" srcOrd="1" destOrd="0" parTransId="{CA29D512-A9B5-4205-AED9-3AC72EA2B786}" sibTransId="{004E7916-CFD7-448B-BE8C-1F88EDD20DC3}"/>
    <dgm:cxn modelId="{E31AB4E6-715F-494E-AA70-B5B8510A65B5}" type="presOf" srcId="{1AB37AAB-0C52-4D49-A92C-A87273502B4D}" destId="{B3FF6AA9-0873-4806-8AEC-B7F2EBE52D8C}" srcOrd="0" destOrd="0" presId="urn:microsoft.com/office/officeart/2018/2/layout/IconLabelList"/>
    <dgm:cxn modelId="{8BCAABAF-EF25-4BC3-BAA9-07E71C6781FC}" type="presParOf" srcId="{D51E513F-BBD6-4897-B592-7DE07639221C}" destId="{12D4A5C5-7326-4FAE-9F5A-3E336E270467}" srcOrd="0" destOrd="0" presId="urn:microsoft.com/office/officeart/2018/2/layout/IconLabelList"/>
    <dgm:cxn modelId="{1208A9AD-6805-4029-ADDC-A3E1910EA96A}" type="presParOf" srcId="{12D4A5C5-7326-4FAE-9F5A-3E336E270467}" destId="{A6D554DD-919C-4715-8698-A58282AC5F85}" srcOrd="0" destOrd="0" presId="urn:microsoft.com/office/officeart/2018/2/layout/IconLabelList"/>
    <dgm:cxn modelId="{CF3CA90A-5CE5-49F4-B8AF-3BC57944E4B1}" type="presParOf" srcId="{12D4A5C5-7326-4FAE-9F5A-3E336E270467}" destId="{EBDAABCD-31AD-405F-82F0-3F1705F1E7AB}" srcOrd="1" destOrd="0" presId="urn:microsoft.com/office/officeart/2018/2/layout/IconLabelList"/>
    <dgm:cxn modelId="{6EF19C14-98C1-4F37-8DA3-6517EFD8F4B0}" type="presParOf" srcId="{12D4A5C5-7326-4FAE-9F5A-3E336E270467}" destId="{CBC89D84-2137-4464-B9C0-C59E4E7A7969}" srcOrd="2" destOrd="0" presId="urn:microsoft.com/office/officeart/2018/2/layout/IconLabelList"/>
    <dgm:cxn modelId="{3F5D0BB9-C1AA-4C7C-8E56-D4016723FF1E}" type="presParOf" srcId="{D51E513F-BBD6-4897-B592-7DE07639221C}" destId="{3A97B5D7-26E8-4557-887A-A4EA1FB5FCA4}" srcOrd="1" destOrd="0" presId="urn:microsoft.com/office/officeart/2018/2/layout/IconLabelList"/>
    <dgm:cxn modelId="{EAD1824A-D695-4C2F-8933-98C46D365BA7}" type="presParOf" srcId="{D51E513F-BBD6-4897-B592-7DE07639221C}" destId="{856C57C0-8D3C-4923-932A-E3B531C89115}" srcOrd="2" destOrd="0" presId="urn:microsoft.com/office/officeart/2018/2/layout/IconLabelList"/>
    <dgm:cxn modelId="{5FD93E9E-CD66-43CF-8547-001D4B2B0188}" type="presParOf" srcId="{856C57C0-8D3C-4923-932A-E3B531C89115}" destId="{DABE306A-FFF7-4901-96C9-98450F59635C}" srcOrd="0" destOrd="0" presId="urn:microsoft.com/office/officeart/2018/2/layout/IconLabelList"/>
    <dgm:cxn modelId="{271DBB60-90D5-48FF-9B10-48BC795651DD}" type="presParOf" srcId="{856C57C0-8D3C-4923-932A-E3B531C89115}" destId="{E386C140-35CF-4683-8CC4-184889537C9D}" srcOrd="1" destOrd="0" presId="urn:microsoft.com/office/officeart/2018/2/layout/IconLabelList"/>
    <dgm:cxn modelId="{4193F190-31DB-4994-BD33-22C709D49157}" type="presParOf" srcId="{856C57C0-8D3C-4923-932A-E3B531C89115}" destId="{5F7ED617-F45A-4CD3-98CE-FA97E04CB0E9}" srcOrd="2" destOrd="0" presId="urn:microsoft.com/office/officeart/2018/2/layout/IconLabelList"/>
    <dgm:cxn modelId="{5BCECC83-3EF1-4698-8272-389D9B73A88F}" type="presParOf" srcId="{D51E513F-BBD6-4897-B592-7DE07639221C}" destId="{4AB7754B-41F6-420C-9B0A-889F308FA10A}" srcOrd="3" destOrd="0" presId="urn:microsoft.com/office/officeart/2018/2/layout/IconLabelList"/>
    <dgm:cxn modelId="{4ED6E442-95A6-4C0D-9E8B-4AB51A2395E4}" type="presParOf" srcId="{D51E513F-BBD6-4897-B592-7DE07639221C}" destId="{330D4837-C7B8-4B3F-8F63-2A6E000B8E07}" srcOrd="4" destOrd="0" presId="urn:microsoft.com/office/officeart/2018/2/layout/IconLabelList"/>
    <dgm:cxn modelId="{39A5D30B-7829-4591-BDB8-6F6FBC3DBE29}" type="presParOf" srcId="{330D4837-C7B8-4B3F-8F63-2A6E000B8E07}" destId="{5AA873DF-3E52-4922-8069-3E46DA64D2CB}" srcOrd="0" destOrd="0" presId="urn:microsoft.com/office/officeart/2018/2/layout/IconLabelList"/>
    <dgm:cxn modelId="{4F8B8E95-93AE-47C5-9AD0-88AD9D535BFD}" type="presParOf" srcId="{330D4837-C7B8-4B3F-8F63-2A6E000B8E07}" destId="{86E2A015-E349-4AB8-B697-CE3213FCBB5D}" srcOrd="1" destOrd="0" presId="urn:microsoft.com/office/officeart/2018/2/layout/IconLabelList"/>
    <dgm:cxn modelId="{6CCDB463-D8E7-4C08-B7B2-AE5F2589261D}" type="presParOf" srcId="{330D4837-C7B8-4B3F-8F63-2A6E000B8E07}" destId="{B3FF6AA9-0873-4806-8AEC-B7F2EBE52D8C}" srcOrd="2" destOrd="0" presId="urn:microsoft.com/office/officeart/2018/2/layout/IconLabelList"/>
    <dgm:cxn modelId="{2E71DD1C-821C-4809-9A18-AE78D0B928DD}" type="presParOf" srcId="{D51E513F-BBD6-4897-B592-7DE07639221C}" destId="{0DF7680E-147A-41AE-AA59-C447C37DB2BE}" srcOrd="5" destOrd="0" presId="urn:microsoft.com/office/officeart/2018/2/layout/IconLabelList"/>
    <dgm:cxn modelId="{1D8B928C-1679-44D3-8904-6C278B24A26A}" type="presParOf" srcId="{D51E513F-BBD6-4897-B592-7DE07639221C}" destId="{A99E54E5-EDE0-4D5C-9C4E-F4D12E4F5C2E}" srcOrd="6" destOrd="0" presId="urn:microsoft.com/office/officeart/2018/2/layout/IconLabelList"/>
    <dgm:cxn modelId="{F9ADE495-9E23-4C63-AD2F-23B99A91A3C5}" type="presParOf" srcId="{A99E54E5-EDE0-4D5C-9C4E-F4D12E4F5C2E}" destId="{D8DEEDFD-5FA7-4626-8330-78D3F1DE4173}" srcOrd="0" destOrd="0" presId="urn:microsoft.com/office/officeart/2018/2/layout/IconLabelList"/>
    <dgm:cxn modelId="{211DF615-6183-4559-9B0F-6D2FE2071D4F}" type="presParOf" srcId="{A99E54E5-EDE0-4D5C-9C4E-F4D12E4F5C2E}" destId="{F407B82D-B391-4AB2-A687-FA98E46A52CE}" srcOrd="1" destOrd="0" presId="urn:microsoft.com/office/officeart/2018/2/layout/IconLabelList"/>
    <dgm:cxn modelId="{E033B500-1343-40CC-B840-AEAEE1A05403}" type="presParOf" srcId="{A99E54E5-EDE0-4D5C-9C4E-F4D12E4F5C2E}" destId="{7893B067-59F1-4EFD-8920-0A65F123F1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554DD-919C-4715-8698-A58282AC5F8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89D84-2137-4464-B9C0-C59E4E7A7969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Route planning showing all available transport methods</a:t>
          </a:r>
          <a:endParaRPr lang="en-US" sz="1700" kern="1200"/>
        </a:p>
      </dsp:txBody>
      <dsp:txXfrm>
        <a:off x="100682" y="2427484"/>
        <a:ext cx="2370489" cy="720000"/>
      </dsp:txXfrm>
    </dsp:sp>
    <dsp:sp modelId="{DABE306A-FFF7-4901-96C9-98450F59635C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ED617-F45A-4CD3-98CE-FA97E04CB0E9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Smart recommendations based on weather conditions</a:t>
          </a:r>
          <a:endParaRPr lang="en-US" sz="1700" kern="1200"/>
        </a:p>
      </dsp:txBody>
      <dsp:txXfrm>
        <a:off x="2886007" y="2427484"/>
        <a:ext cx="2370489" cy="720000"/>
      </dsp:txXfrm>
    </dsp:sp>
    <dsp:sp modelId="{5AA873DF-3E52-4922-8069-3E46DA64D2C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F6AA9-0873-4806-8AEC-B7F2EBE52D8C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Gamification of sustainable transport choices</a:t>
          </a:r>
          <a:endParaRPr lang="en-US" sz="1700" kern="1200"/>
        </a:p>
      </dsp:txBody>
      <dsp:txXfrm>
        <a:off x="5671332" y="2427484"/>
        <a:ext cx="2370489" cy="720000"/>
      </dsp:txXfrm>
    </dsp:sp>
    <dsp:sp modelId="{D8DEEDFD-5FA7-4626-8330-78D3F1DE4173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3B067-59F1-4EFD-8920-0A65F123F18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Achievements and personal stats</a:t>
          </a:r>
          <a:endParaRPr lang="en-US" sz="17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32942-A587-40F1-AE5C-DDE09ACAB070}" type="datetimeFigureOut">
              <a:t>3/1/2026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E1D0E-5BA7-4CBC-B9BF-7F82EB208CD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1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ore29-endorsed.png">
            <a:extLst>
              <a:ext uri="{FF2B5EF4-FFF2-40B4-BE49-F238E27FC236}">
                <a16:creationId xmlns:a16="http://schemas.microsoft.com/office/drawing/2014/main" id="{38E7B2E6-9EC1-8FBD-68D5-B25DBAEF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423" b="-1739"/>
          <a:stretch>
            <a:fillRect/>
          </a:stretch>
        </p:blipFill>
        <p:spPr>
          <a:xfrm>
            <a:off x="1472334" y="623275"/>
            <a:ext cx="4888218" cy="5607882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anchor="b">
            <a:normAutofit/>
          </a:bodyPr>
          <a:lstStyle/>
          <a:p>
            <a:pPr algn="l"/>
            <a:r>
              <a:rPr lang="en-GB" sz="5000"/>
              <a:t>Transition </a:t>
            </a:r>
            <a:br>
              <a:rPr lang="en-GB" sz="5000"/>
            </a:br>
            <a:r>
              <a:rPr lang="en-GB" sz="2800"/>
              <a:t>(Core29 Challenge)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52496" y="4301656"/>
            <a:ext cx="2705619" cy="762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2000"/>
              <a:t>ABZ Digital Group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95906-0005-A916-F27B-1D223B50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EA77E-AA55-D889-81CB-B9144E3E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000"/>
              <a:t>You at Core29 have asked us to develop a way to track CO2 emissions and encourage more people to travel in a more environmentally friendly and productive way</a:t>
            </a:r>
          </a:p>
        </p:txBody>
      </p:sp>
      <p:pic>
        <p:nvPicPr>
          <p:cNvPr id="5" name="Picture 4" descr="Wide view of a road">
            <a:extLst>
              <a:ext uri="{FF2B5EF4-FFF2-40B4-BE49-F238E27FC236}">
                <a16:creationId xmlns:a16="http://schemas.microsoft.com/office/drawing/2014/main" id="{6087DFCA-2FE6-1E10-362D-0181C3C1D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3" r="22016" b="-1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94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1C3C4-54D5-8228-B26E-4CDF4187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>
                <a:solidFill>
                  <a:schemeClr val="tx2"/>
                </a:solidFill>
              </a:rPr>
              <a:t>Our solution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7910A-7F68-8B88-8ACD-F4332EC9B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chemeClr val="tx2"/>
                </a:solidFill>
              </a:rPr>
              <a:t>We as a team have built a web app that maps out travel routes, tracks CO2 emissions, and encourages users to travel in a more sustainable way through a gamified system.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7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214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8DAB5-E923-11B9-338E-8D4F3063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81FDD75B-C4EC-927B-86DD-51BEA2F3BB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07159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182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9831-218F-F2D6-8AEF-A319AAAE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The web app live demo!</a:t>
            </a:r>
          </a:p>
        </p:txBody>
      </p:sp>
      <p:pic>
        <p:nvPicPr>
          <p:cNvPr id="4" name="Content Placeholder 3" descr="A person running over a bus&#10;&#10;AI-generated content may be incorrect.">
            <a:extLst>
              <a:ext uri="{FF2B5EF4-FFF2-40B4-BE49-F238E27FC236}">
                <a16:creationId xmlns:a16="http://schemas.microsoft.com/office/drawing/2014/main" id="{603A634A-CA92-76CC-B4B1-F2B831627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11"/>
          <a:stretch>
            <a:fillRect/>
          </a:stretch>
        </p:blipFill>
        <p:spPr>
          <a:xfrm>
            <a:off x="4181475" y="2834481"/>
            <a:ext cx="3652497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7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ED94-941F-5076-2BD3-FE7577A1B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05" y="3498"/>
            <a:ext cx="10515600" cy="1325563"/>
          </a:xfrm>
        </p:spPr>
        <p:txBody>
          <a:bodyPr/>
          <a:lstStyle/>
          <a:p>
            <a:r>
              <a:rPr lang="en-GB"/>
              <a:t>As a group we can see we saved</a:t>
            </a:r>
            <a:endParaRPr lang="en-GB" dirty="0"/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19FC2170-0FC5-8DFF-C1BB-D45224C2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7" y="1265695"/>
            <a:ext cx="3798605" cy="2440985"/>
          </a:xfrm>
          <a:prstGeom prst="rect">
            <a:avLst/>
          </a:prstGeom>
        </p:spPr>
      </p:pic>
      <p:pic>
        <p:nvPicPr>
          <p:cNvPr id="8" name="Content Placeholder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11AB31B2-54BE-BF54-9F93-18E2238BA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56423" y="1191715"/>
            <a:ext cx="3956634" cy="2612378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182DC6D9-D97B-FD71-E948-12F096CF1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455" y="1188204"/>
            <a:ext cx="3956245" cy="2608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F0409-9004-A257-5862-90B12BDF660B}"/>
              </a:ext>
            </a:extLst>
          </p:cNvPr>
          <p:cNvSpPr txBox="1"/>
          <p:nvPr/>
        </p:nvSpPr>
        <p:spPr>
          <a:xfrm>
            <a:off x="58087" y="4143601"/>
            <a:ext cx="1057199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dirty="0"/>
              <a:t>Approximately 1.8kg of carbon in emi</a:t>
            </a:r>
            <a:r>
              <a:rPr lang="en-GB" sz="2800"/>
              <a:t>ssions from our morning commute to RGU by using alternative transport instead of cars!</a:t>
            </a:r>
            <a:endParaRPr lang="en-GB" sz="2800" dirty="0"/>
          </a:p>
          <a:p>
            <a:endParaRPr lang="en-GB" sz="2800" dirty="0"/>
          </a:p>
          <a:p>
            <a:r>
              <a:rPr lang="en-GB" sz="2800"/>
              <a:t>Thank you for your time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7416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Transition  (Core29 Challenge)</vt:lpstr>
      <vt:lpstr>The challenge</vt:lpstr>
      <vt:lpstr>Our solution</vt:lpstr>
      <vt:lpstr>Key Features</vt:lpstr>
      <vt:lpstr>The web app live demo!</vt:lpstr>
      <vt:lpstr>As a group we can see we saved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453</cp:revision>
  <dcterms:created xsi:type="dcterms:W3CDTF">2026-03-01T10:27:47Z</dcterms:created>
  <dcterms:modified xsi:type="dcterms:W3CDTF">2026-03-01T12:28:04Z</dcterms:modified>
</cp:coreProperties>
</file>